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365760" cy="2468880"/>
          </a:xfrm>
          <a:prstGeom prst="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9E1C"/>
                </a:solidFill>
                <a:latin typeface="Segoe UI"/>
              </a:rPr>
              <a:t>MGT 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Agent-Driven Contract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2F5F9"/>
                </a:solidFill>
                <a:latin typeface="Segoe UI"/>
              </a:rPr>
              <a:t>LangGraph • LLM Decisioning • Confidence Fusion • Dead-Letter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39E1C"/>
                </a:solidFill>
                <a:latin typeface="Segoe UI"/>
              </a:rPr>
              <a:t>Architecture &amp; Agentic Flow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Problem &amp; Why Scenario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Why contract extraction exercises the full agent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2286000"/>
          </a:xfrm>
          <a:prstGeom prst="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376672" cy="228600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Contracts arrive as raw text from many sources.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Need structured fields: parties, dates, term, governing law.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Some are clean, some malformed, some need a human.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Must persist, audit, and recover from third-party API failures.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109728" cy="228600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554480"/>
            <a:ext cx="5376672" cy="228600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Why Scenario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High-stakes routing: low confidence escalates to humans.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Combines deterministic + LLM confidence (fusion).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Schema-aware repair loops show genuine reasoning.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Realistic tool-failure recovery with replay.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09728" cy="2377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023360"/>
            <a:ext cx="11137392" cy="23774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Four Agentic Capabilities Demonstrated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1. Decisioning  — LangGraph routes branches based on the LLM's own outputs (not hard-coded rules).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2. Tool use     — Agent decides whether to POST to the SOR; can also skip the tool entirely.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3. Memory       — TypedDict state + SQLite + JSONL trace, all keyed by a single trace_id.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4. Uncertainty  — Confidence fusion, evidence verification, schema repair, dead-letter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Caller → FastAPI → LangGraph → SQLite + Mock 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94560" cy="82296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HTTP Caller
(smoke_http.py / cli.py)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377440" cy="8229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FastAPI :8000
src/api/main.py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2743200" cy="822960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LangGraph StateGraph
9 nodes • 3 cond. edges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828800"/>
            <a:ext cx="2286000" cy="822960"/>
          </a:xfrm>
          <a:prstGeom prst="round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Mock SOR :8001
src/api/sor.py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240280"/>
            <a:ext cx="45720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77840" y="2240280"/>
            <a:ext cx="45720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78240" y="2240280"/>
            <a:ext cx="54864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00400" y="3657600"/>
            <a:ext cx="5577840" cy="9144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SQLite Persistence
runs • stage_events • artifacts • dead_letter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989320" y="2651760"/>
            <a:ext cx="1234440" cy="100584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772400" y="2651760"/>
            <a:ext cx="2651760" cy="100584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3657600"/>
            <a:ext cx="2194560" cy="914400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LLM Clients
Mock • Ollama • OpenAI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645920" y="2651760"/>
            <a:ext cx="0" cy="100584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3657600"/>
            <a:ext cx="2286000" cy="91440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JSONL Trace
solution/traces/{trace_id}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Single trace_id (UUID) is the primary key across HTTP responses, the database, JSONL traces, and the SOR webhook — enabling full audit &amp; replay.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Agent Flow — LangGraph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9 nodes, 3 conditional edges; LLM outputs decide each branch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371600" cy="6400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ingest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645920"/>
            <a:ext cx="1463040" cy="640080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extract
(LLM)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1463040" cy="640080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validate
(schema)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1554480" cy="6400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route_decision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645920"/>
            <a:ext cx="1554480" cy="640080"/>
          </a:xfrm>
          <a:prstGeom prst="round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call_sor
(retry x3)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45920"/>
            <a:ext cx="1371600" cy="6400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persist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1645920"/>
            <a:ext cx="1371600" cy="6400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1965960"/>
            <a:ext cx="18288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0" y="1965960"/>
            <a:ext cx="18288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1965960"/>
            <a:ext cx="18288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1965960"/>
            <a:ext cx="18288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20" y="1965960"/>
            <a:ext cx="18288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400" y="1965960"/>
            <a:ext cx="182880" cy="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566160" y="868680"/>
            <a:ext cx="1463040" cy="502920"/>
          </a:xfrm>
          <a:prstGeom prst="round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repair_schema (loop ≤3)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297680" y="1371600"/>
            <a:ext cx="0" cy="27432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97680" y="640080"/>
            <a:ext cx="0" cy="22860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12080" y="3108960"/>
            <a:ext cx="1554480" cy="640080"/>
          </a:xfrm>
          <a:prstGeom prst="round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needs_review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4023360"/>
            <a:ext cx="1554480" cy="640080"/>
          </a:xfrm>
          <a:prstGeom prst="round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dead_letter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2286000"/>
            <a:ext cx="0" cy="82296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89320" y="3749039"/>
            <a:ext cx="0" cy="274321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766560" y="2286000"/>
            <a:ext cx="960119" cy="196596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B66"/>
                </a:solidFill>
                <a:latin typeface="Segoe UI"/>
              </a:rPr>
              <a:t>SOR fail → DLQ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766560" y="2286000"/>
            <a:ext cx="1920240" cy="109728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66560" y="2286000"/>
            <a:ext cx="1920240" cy="1965960"/>
          </a:xfrm>
          <a:prstGeom prst="line">
            <a:avLst/>
          </a:prstGeom>
          <a:ln w="22225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Segoe UI"/>
              </a:rPr>
              <a:t>Conditional edges driven by LLM outputs: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B66"/>
                </a:solidFill>
                <a:latin typeface="Segoe UI"/>
              </a:rPr>
              <a:t>•  validate  →  evidence_verified == False  →  repair_schema  (loop ≤3, else dead_letter)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B66"/>
                </a:solidFill>
                <a:latin typeface="Segoe UI"/>
              </a:rPr>
              <a:t>•  route     →  self_overall_confidence ≥ 0.7 AND evidence_verified  →  call_sor  (else needs_review / dead_letter)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B66"/>
                </a:solidFill>
                <a:latin typeface="Segoe UI"/>
              </a:rPr>
              <a:t>•  call_sor  →  POST /contracts succeeds  →  persist;   5xx after retries  →  dead_letter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Confidence Fusion &amp;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How the agent quantifies its own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219456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468112" cy="219456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Two Confidence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Deterministic (src/confidence.py): schema match score (0–1).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required fields present + no extras.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LLM-based (graph.py extract/route): self_llm_confidence (0–1).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LLM emits its own belief in its extraction.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109728" cy="2194560"/>
          </a:xfrm>
          <a:prstGeom prst="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554480"/>
            <a:ext cx="5376672" cy="219456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Fusion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self_overall_confidence  =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  0.6 × deterministic  +  0.4 × llm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                           −  Σ penalties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Penalties: −0.15 missing required, −0.10 unverified citation,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            −0.05 per schema error.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09728" cy="24688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931920"/>
            <a:ext cx="11137392" cy="246888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Routing Threshold (src/routing.py)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≥ 0.70  AND  evidence_verified == True   →   call_sor   (POST /contracts)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&lt;  0.70  OR  evidence_verified == False  →   needs_review   (escalate to human)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Anomaly / repair loop exhausted / SOR fails after retries  →  dead_letter   (replayable)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Evidence verification: LLM cites text substrings; agent confirms they actually appear in the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Reliability — Retries, Dead-Letter &amp;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Tool calls are resilient; failures become first-class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2377440"/>
          </a:xfrm>
          <a:prstGeom prst="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468112" cy="23774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Retry Policy (tenacity)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3 total attempts.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Exponential backoff: 1s → 2s → 4s.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Trigger: HTTP 5xx only (4xx logged, no retry).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Fallback: route to dead_letter after 3 fails.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109728" cy="23774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554480"/>
            <a:ext cx="5376672" cy="23774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Dead-Letter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Table: dead_letter (trace_id PK).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Stores reason, text_preview, replay_count.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Replay returns a NEW trace_id (audit-preserving).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Original DLQ row not deleted — full history kept.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09728" cy="2286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114800"/>
            <a:ext cx="11137392" cy="228600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Replay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POST /dead-letter/{trace_id}/replay   →   { new_trace_id, status, sor_id }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Optional payload: { updated_model: 'llama3.1:8b-instruct' } to re-try with a different LLM.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Use case: human fixes prompt or model; re-runs the entire trace; original anomaly preserved for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Memory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Three persistence surfaces, one trace_id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484632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639311" cy="484632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1. In-Graph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3832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AgentState TypedDict.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Fields: text, extracted_fields,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confidence, evidence_verified,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review_reasons, sor_decision,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sor_id, status, artifacts.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Lives only during a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109728" cy="48463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54480"/>
            <a:ext cx="3547872" cy="484632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2. SQLite (src/db.py)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runs           — trace metadata.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stage_events   — per-node transitions.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artifacts      — extracted JSON +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             sor_id + confidence.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dead_letter    — failed docs +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             replay history.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109728" cy="4846320"/>
          </a:xfrm>
          <a:prstGeom prst="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554480"/>
            <a:ext cx="3547872" cy="484632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3. JSONL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solution/traces/{trace_id}.jsonl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One line per node event: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{timestamp, stage, node,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     fields, result, error}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Human-readable audit log;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diffable in code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Test Coverage — All 3 Branches Exercised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tests/ + runs/ snapshots prove every path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463040"/>
                <a:gridCol w="1371600"/>
                <a:gridCol w="4206240"/>
              </a:tblGrid>
              <a:tr h="60350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Branch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Confidence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SOR ID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s2_happy_msa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extract_result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0.75+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✓ posted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High-quality contract; SOR accepts.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s2_happy_subscription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extract_result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✓ posted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Partial fields; repair loop recovers.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s2_needsreview_nda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needs_review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NDA schema violation; escalates.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s2_deadletter_poison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dead_letter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2A4A"/>
                          </a:solidFill>
                          <a:latin typeface="Segoe UI"/>
                        </a:rPr>
                        <a:t>Malformed JSON; SOR fails; queued for replay.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Segoe UI"/>
              </a:rPr>
              <a:t>Run:  python -m unittest discover -s tests -v   →   8 tests, full graph branching coverage.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B66"/>
                </a:solidFill>
                <a:latin typeface="Segoe UI"/>
              </a:rPr>
              <a:t>•  tests/test_graph.py      — node execution &amp; conditional edges (mocked LLM + SOR).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B66"/>
                </a:solidFill>
                <a:latin typeface="Segoe UI"/>
              </a:rPr>
              <a:t>•  tests/test_pipeline.py   — end-to-end across all 4 scenarios.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B66"/>
                </a:solidFill>
                <a:latin typeface="Segoe UI"/>
              </a:rPr>
              <a:t>•  runs/s2_*/                 — committed artefacts proving each branch on real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LLM Backends &amp; How to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Segoe UI"/>
              </a:rPr>
              <a:t>Pluggable via the LLM Protocol  (src/llm/base.py)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09728" cy="2377440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547872" cy="23774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Mock  (default in tests)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src/llm/mock_client.py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Deterministic; zero setup.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Used by every unit 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109728" cy="237744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54480"/>
            <a:ext cx="3547872" cy="23774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Ollama  (local, 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src/llm/ollama_client.py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ollama pull llama3.1:8b-instruct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$env:AGENT_LLM='ollama'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Offline, reproducible.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109728" cy="2377440"/>
          </a:xfrm>
          <a:prstGeom prst="rect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554480"/>
            <a:ext cx="3547872" cy="237744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OpenAI  (hosted)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src/llm/openai_client.py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$env:OPENAI_API_KEY='sk-…'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$env:AGENT_LLM='openai'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Production-grade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09728" cy="2286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114800"/>
            <a:ext cx="11137392" cy="2286000"/>
          </a:xfrm>
          <a:prstGeom prst="rect">
            <a:avLst/>
          </a:prstGeom>
          <a:solidFill>
            <a:srgbClr val="F2F5F9"/>
          </a:solidFill>
          <a:ln>
            <a:solidFill>
              <a:srgbClr val="F2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A4A"/>
                </a:solidFill>
                <a:latin typeface="Segoe UI"/>
              </a:rPr>
              <a:t>Demo Commands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python cli.py demo            →  run sample contract; print full trace.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python cli.py runs            →  list all runs with confidence + sor_id.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python cli.py dlq             →  show dead-letter queue.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python cli.py replay &lt;id&gt;     →  re-run a DLQ trace; returns new trace_id.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555B66"/>
                </a:solidFill>
                <a:latin typeface="Segoe UI"/>
              </a:rPr>
              <a:t>python smoke_http.py          →  end-to-end HTTP smoke test (3 terminals).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39E1C"/>
                </a:solidFill>
                <a:latin typeface="Segoe UI"/>
              </a:rPr>
              <a:t>What makes this 'agentic', not just an LLM call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164592" cy="164592"/>
          </a:xfrm>
          <a:prstGeom prst="ellipse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9E1C"/>
                </a:solidFill>
                <a:latin typeface="Segoe UI"/>
              </a:rPr>
              <a:t>Decisioning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65376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Segoe UI"/>
              </a:rPr>
              <a:t>LangGraph routes branches based on the LLM's own outputs — not hard-coded rules.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24912"/>
            <a:ext cx="164592" cy="164592"/>
          </a:xfrm>
          <a:prstGeom prst="ellipse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9E1C"/>
                </a:solidFill>
                <a:latin typeface="Segoe UI"/>
              </a:rPr>
              <a:t>Tool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78608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Segoe UI"/>
              </a:rPr>
              <a:t>Agent decides when to POST to SOR, retries on 5xx, and can choose to skip the tool.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38144"/>
            <a:ext cx="164592" cy="164592"/>
          </a:xfrm>
          <a:prstGeom prst="ellipse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552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9E1C"/>
                </a:solidFill>
                <a:latin typeface="Segoe UI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918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Segoe UI"/>
              </a:rPr>
              <a:t>TypedDict state + SQLite + JSONL trace, all keyed by a single trace_id.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51376"/>
            <a:ext cx="164592" cy="164592"/>
          </a:xfrm>
          <a:prstGeom prst="ellipse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684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9E1C"/>
                </a:solidFill>
                <a:latin typeface="Segoe UI"/>
              </a:rPr>
              <a:t>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00507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Segoe UI"/>
              </a:rPr>
              <a:t>Confidence fusion (0.6 det + 0.4 LLM − penalties); evidence verification; schema repair.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64608"/>
            <a:ext cx="164592" cy="164592"/>
          </a:xfrm>
          <a:prstGeom prst="ellipse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817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9E1C"/>
                </a:solidFill>
                <a:latin typeface="Segoe UI"/>
              </a:rPr>
              <a:t>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71830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Segoe UI"/>
              </a:rPr>
              <a:t>Dead-letter queue + replay endpoint preserve audit history while enabling fixes.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77840"/>
            <a:ext cx="164592" cy="164592"/>
          </a:xfrm>
          <a:prstGeom prst="ellipse">
            <a:avLst/>
          </a:prstGeom>
          <a:solidFill>
            <a:srgbClr val="E3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9E1C"/>
                </a:solidFill>
                <a:latin typeface="Segoe UI"/>
              </a:rPr>
              <a:t>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431536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Segoe UI"/>
              </a:rPr>
              <a:t>Three persistence surfaces; every run reproducible from trace_id.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2F5F9"/>
                </a:solidFill>
                <a:latin typeface="Segoe UI"/>
              </a:rPr>
              <a:t>MGT AI Solution  •  Scenario 2  •  Contract Extraction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